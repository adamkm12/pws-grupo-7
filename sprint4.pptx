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damkm12/PWS-GRUPO-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damkm12/PWS-GRUPO-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50914">
              <a:alpha val="12000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70448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50292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9875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CineApp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2670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funcionalidades - Rediseno profesional - Diseno responsivo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 - Grupo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8 + Angular 18 + Firebase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822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0025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8, Angular 18, Firebase, SQLite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06040"/>
            <a:ext cx="54864" cy="8229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funcionalidades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 anadidas en este sprint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840480" cy="822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11880"/>
            <a:ext cx="54864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40142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Rediseno visual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y estetica profesional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600200"/>
            <a:ext cx="3840480" cy="822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600200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645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20025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responsivo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tablet y desktop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840480" cy="822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06040"/>
            <a:ext cx="54864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0" y="30083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capturas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principales de la aplicacion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3840480" cy="822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4864" cy="822960"/>
          </a:xfrm>
          <a:prstGeom prst="rect">
            <a:avLst/>
          </a:prstGeom>
          <a:solidFill>
            <a:srgbClr val="4A4A52"/>
          </a:solidFill>
          <a:ln w="12700">
            <a:solidFill>
              <a:srgbClr val="4A4A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6576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29200" y="40142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2062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mejoras futuras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Stack tecnologico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del proyecto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1430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10512"/>
            <a:ext cx="21945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2048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componentes nativos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514600" cy="11430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38728" y="1810512"/>
            <a:ext cx="219456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0448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04488" y="2048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standalone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14600" cy="11430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810512"/>
            <a:ext cx="219456" cy="21945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20482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Firestore (NoSQL)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514600" cy="11430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182112"/>
            <a:ext cx="219456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Favoritos, vistos, notas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514600" cy="11430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38728" y="3182112"/>
            <a:ext cx="21945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04488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04488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Tipado estricto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14600" cy="11430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7648" y="3182112"/>
            <a:ext cx="219456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93408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vars + design tokens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Nuevas funcionalidades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 anadidas en Sprint 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3108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3108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3500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visto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89864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Vista por pelicula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33467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verde en portada y detalle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379476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en SQLite local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424281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Sincronizado con estadisticas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1600200"/>
            <a:ext cx="1920240" cy="3108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600200"/>
            <a:ext cx="54864" cy="3108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70632" y="1801368"/>
            <a:ext cx="3657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23500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personales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07208" y="289864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libre por pelicula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07208" y="33467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Textarea con contador de chars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07208" y="379476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guardar / borrar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07208" y="424281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SQLite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600200"/>
            <a:ext cx="1920240" cy="3108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600200"/>
            <a:ext cx="54864" cy="31089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801368"/>
            <a:ext cx="365760" cy="365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23500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rating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289864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&gt;=7, &gt;=8, &gt;=9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33467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Combinable con filtro de genero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379476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Combinable con Solo favoritas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64608" y="424281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de seleccion rapida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20840" y="1600200"/>
            <a:ext cx="1920240" cy="31089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1600200"/>
            <a:ext cx="54864" cy="3108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5432" y="1801368"/>
            <a:ext cx="365760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3500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Estadisticas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22008" y="289864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total, favoritas, vistas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22008" y="33467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del catalogo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22008" y="379476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puntuacion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22008" y="424281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pelicula y generos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Nuevas funcionalidades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pelicula ampliado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840480" cy="3200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3200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como vista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en la pantalla de detalle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Vista superpuesto en el hero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 verde en tarjetas del catalogo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guardado en tabla SQLite vistos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refleja en tiempo real en estadisticas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3840480" cy="3200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72768"/>
            <a:ext cx="54864" cy="3200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personales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19472" y="2231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expandible con textarea libre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caracteres en tiempo real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Guardar / Borrar nota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Persistida en tabla SQLite notas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activo si ya tiene nota guardada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Nuevas funcionalidades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estadisticas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840480" cy="3200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3200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rating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Botones: Todos / &gt;=7 / &gt;=8 / &gt;=9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filtro de genero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Solo favoritas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combinables en tiempo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Limpiar para resetear todo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72768"/>
            <a:ext cx="3840480" cy="3200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72768"/>
            <a:ext cx="54864" cy="3200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de estadisticas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19472" y="2231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tarjetas: total, favoritas, vistas, por 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del catalogo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 puntuacion (favs y vistas)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pelicula favorita con imagen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3950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de generos favoritos y vistos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Rediseno visual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unificado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tokens CSS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92608" cy="292608"/>
          </a:xfrm>
          <a:prstGeom prst="rect">
            <a:avLst/>
          </a:prstGeom>
          <a:solidFill>
            <a:srgbClr val="0E0E11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828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828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#0E0E11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292608" cy="292608"/>
          </a:xfrm>
          <a:prstGeom prst="rect">
            <a:avLst/>
          </a:prstGeom>
          <a:solidFill>
            <a:srgbClr val="141418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219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2221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#141418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292608" cy="292608"/>
          </a:xfrm>
          <a:prstGeom prst="rect">
            <a:avLst/>
          </a:prstGeom>
          <a:solidFill>
            <a:srgbClr val="1C1C21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6151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615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#1C1C21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90088"/>
            <a:ext cx="292608" cy="292608"/>
          </a:xfrm>
          <a:prstGeom prst="rect">
            <a:avLst/>
          </a:prstGeom>
          <a:solidFill>
            <a:srgbClr val="E50914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0083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(brand)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30083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#E50914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292608" cy="292608"/>
          </a:xfrm>
          <a:prstGeom prst="rect">
            <a:avLst/>
          </a:prstGeom>
          <a:solidFill>
            <a:srgbClr val="F5C518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4015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34015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#F5C518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292608" cy="292608"/>
          </a:xfrm>
          <a:prstGeom prst="rect">
            <a:avLst/>
          </a:prstGeom>
          <a:solidFill>
            <a:srgbClr val="22C55E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794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794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#22C55E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169664"/>
            <a:ext cx="292608" cy="292608"/>
          </a:xfrm>
          <a:prstGeom prst="rect">
            <a:avLst/>
          </a:prstGeom>
          <a:solidFill>
            <a:srgbClr val="3B82F6"/>
          </a:solidFill>
          <a:ln w="6350">
            <a:solidFill>
              <a:srgbClr val="242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1879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4187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#3B82F6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diseno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828800"/>
            <a:ext cx="4023360" cy="5486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1883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centralizados en variables.scss para toda la app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478024"/>
            <a:ext cx="4023360" cy="5486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36592" y="2532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Dark-first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2752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#0E0E11, jerarquia de surfaces 1/2/3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127248"/>
            <a:ext cx="4023360" cy="5486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36592" y="3182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font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6592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 Google Fonts con variantes 400-900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3776472"/>
            <a:ext cx="4023360" cy="5486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36592" y="38313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radius system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4050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--radius-sm / md / lg / xl para consistencia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0" y="4425696"/>
            <a:ext cx="4023360" cy="5486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36592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colors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36592" y="47000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Gold, Green, Blue con usos definidos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Rediseno visual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Paginas redisenadass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9319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27632"/>
            <a:ext cx="54864" cy="960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0391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centrada, inputs con focus, boton rojo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39319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24912"/>
            <a:ext cx="54864" cy="9601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3136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responsivo 1-5 cols, cards con gradiente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39319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22192"/>
            <a:ext cx="54864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" y="42336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300-560px, 2 cols en tablet, notas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39319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27632"/>
            <a:ext cx="54864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Estadisticas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0391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 cards, barra de progreso, barras generos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39319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724912"/>
            <a:ext cx="54864" cy="960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136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card con avatar, vista/edicion in-situ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Estructura del codigo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Ionic - Componentes y servicios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319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32461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(src/app/pages/)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157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login.page.ts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35000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con Firebase Auth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register.page.ts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277063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nuevo usuario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9992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catalogo.page.ts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04672" y="31912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con filtros y ordenacion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34198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detalle.page.ts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4672" y="361188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+ favorito + visto + notas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04672" y="38404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estadisticas.page.ts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" y="40325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Graficas y progreso personal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04672" y="42611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perfil.page.ts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4672" y="445312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y editar datos de usuario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572768"/>
            <a:ext cx="3931920" cy="15087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72768"/>
            <a:ext cx="54864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(src/app/services/)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10912" y="21579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auth.service.ts - Login, registro y sesion activa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10912" y="2560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peliculas.service.ts - CRUD Firestore + seed inicial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10912" y="296265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sqlite.service.ts - Favoritos, vistos y notas local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246120"/>
            <a:ext cx="3931920" cy="1572768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46120"/>
            <a:ext cx="54864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4015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guardas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10912" y="37673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 (model) - id, titulo, genero, rating, imagen...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41148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UserProfile (model) - uid, nombre, email, photoURL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10912" y="44622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AuthGuard - Protege rutas privadas con CanActivate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10912" y="48097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AppRoutingModule - Rutas lazy-loaded por pagina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Diseno responsivo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 todos los dispositivos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03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3246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576px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25054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columna en catalogo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300px en detalle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8096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hero vertical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card compacta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572768"/>
            <a:ext cx="25603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572768"/>
            <a:ext cx="54864" cy="32461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02152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768px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57016" y="25054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columnas en catalogo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57016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2 cols (hero | info)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57016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 en paralelo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57016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hero horizontal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572768"/>
            <a:ext cx="25603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72768"/>
            <a:ext cx="54864" cy="3246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1719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91072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1024px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45936" y="25054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columnas en catalogo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45936" y="303580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560px en detalle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45936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centrado max 1100px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45936" y="40965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mas amplias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ion-content::part(scroll) - centrado max 900px (tablet) / 1100px (desktop)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Arquitectura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+ SQLite local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319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32461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/ Firestore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2311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peliculas - 20 peliculas seeded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7066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 usuarios - perfil del usuario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- Email/password con Firebase 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6576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inteligente: re-inserta si hay pocas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41330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collectionData / docData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39319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572768"/>
            <a:ext cx="54864" cy="3246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/ web fallback)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10912" y="22311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favoritos - peliculas guardadas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10912" y="27066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vistos - peliculas marcadas vistas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10912" y="31821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notas - nota personal por pelicula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365760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fallback en entorno web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0912" y="41330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Compatibilidad: @capacitor-community/sqlite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Estructura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- Colecciones y campos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931920" cy="3246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32461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peliculas/ (20 documentos)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1762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string - ID unico generado por Firestore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25054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titulo: string - Nombre original de la pelicula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string - Director de la pelicula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31638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genero: string - Categoria principal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34930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anio: number - Ano de estreno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382219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number - Puntuacion IMDb (0-10)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4151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sinopsis: string - Descripcion breve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" y="44805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imagen: string - URL del poster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572768"/>
            <a:ext cx="3931920" cy="18745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572768"/>
            <a:ext cx="54864" cy="1874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usuarios/ (por UID)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10912" y="21762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string - UID de Firebase Auth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10912" y="25054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string - Nombre del usuario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10912" y="28346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string - Correo electronico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10912" y="316382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photoURL: string - URL avatar (opcional)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10912" y="34930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creadoEn: timestamp - Fecha de registro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3931920" cy="1207008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11880"/>
            <a:ext cx="54864" cy="1207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10912" y="418795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Metodo: email / password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10912" y="44622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onAuthStateChanged para sesion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10912" y="47365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createUserWithEmailAndPassword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10912" y="501091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signInWithEmailAndPassword + signOut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Demo Catalogo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 con filtros avanzados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06040" cy="1508760"/>
          </a:xfrm>
          <a:prstGeom prst="rect">
            <a:avLst/>
          </a:prstGeom>
          <a:solidFill>
            <a:srgbClr val="1C1C21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2606040" cy="777240"/>
          </a:xfrm>
          <a:prstGeom prst="rect">
            <a:avLst/>
          </a:prstGeom>
          <a:solidFill>
            <a:srgbClr val="141418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45920"/>
            <a:ext cx="1188720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6550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Ficcion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788920" y="1645920"/>
            <a:ext cx="274320" cy="219456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6459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1792" y="2093976"/>
            <a:ext cx="457200" cy="20116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939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58368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8.8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572768"/>
            <a:ext cx="2606040" cy="15087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572768"/>
            <a:ext cx="2606040" cy="777240"/>
          </a:xfrm>
          <a:prstGeom prst="rect">
            <a:avLst/>
          </a:prstGeom>
          <a:solidFill>
            <a:srgbClr val="141418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1645920"/>
            <a:ext cx="1188720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16550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623560" y="1645920"/>
            <a:ext cx="274320" cy="219456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64592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93008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Dark Knight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93008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9.0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572768"/>
            <a:ext cx="2606040" cy="1508760"/>
          </a:xfrm>
          <a:prstGeom prst="rect">
            <a:avLst/>
          </a:prstGeom>
          <a:solidFill>
            <a:srgbClr val="1C1C21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572768"/>
            <a:ext cx="2606040" cy="777240"/>
          </a:xfrm>
          <a:prstGeom prst="rect">
            <a:avLst/>
          </a:prstGeom>
          <a:solidFill>
            <a:srgbClr val="141418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1645920"/>
            <a:ext cx="1188720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165506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Ficcion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291072" y="2093976"/>
            <a:ext cx="457200" cy="20116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0939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327648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Interstellar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2706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8.6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236976"/>
            <a:ext cx="2606040" cy="150876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236976"/>
            <a:ext cx="2606040" cy="777240"/>
          </a:xfrm>
          <a:prstGeom prst="rect">
            <a:avLst/>
          </a:prstGeom>
          <a:solidFill>
            <a:srgbClr val="141418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3310128"/>
            <a:ext cx="1188720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" y="33192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788920" y="3310128"/>
            <a:ext cx="274320" cy="219456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3101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8.5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3236976"/>
            <a:ext cx="2606040" cy="1508760"/>
          </a:xfrm>
          <a:prstGeom prst="rect">
            <a:avLst/>
          </a:prstGeom>
          <a:solidFill>
            <a:srgbClr val="1C1C21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83280" y="3236976"/>
            <a:ext cx="2606040" cy="777240"/>
          </a:xfrm>
          <a:prstGeom prst="rect">
            <a:avLst/>
          </a:prstGeom>
          <a:solidFill>
            <a:srgbClr val="141418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56432" y="3310128"/>
            <a:ext cx="1188720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33192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456432" y="3758184"/>
            <a:ext cx="457200" cy="20116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6432" y="3758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49300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 Gump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93008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8.8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3236976"/>
            <a:ext cx="2606040" cy="1508760"/>
          </a:xfrm>
          <a:prstGeom prst="rect">
            <a:avLst/>
          </a:prstGeom>
          <a:solidFill>
            <a:srgbClr val="1C1C21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17920" y="3236976"/>
            <a:ext cx="2606040" cy="777240"/>
          </a:xfrm>
          <a:prstGeom prst="rect">
            <a:avLst/>
          </a:prstGeom>
          <a:solidFill>
            <a:srgbClr val="141418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91072" y="3310128"/>
            <a:ext cx="1188720" cy="21945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0216" y="331927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Ficcion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8458200" y="3310128"/>
            <a:ext cx="274320" cy="219456"/>
          </a:xfrm>
          <a:prstGeom prst="rect">
            <a:avLst/>
          </a:prstGeom>
          <a:solidFill>
            <a:srgbClr val="F5C518">
              <a:alpha val="80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58200" y="33101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91072" y="3758184"/>
            <a:ext cx="457200" cy="20116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1072" y="3758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327648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27648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8.7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Demo Estadisticas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de estadisticas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187452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609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8368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catalogo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8745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554480"/>
            <a:ext cx="187452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609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15768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745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54480"/>
            <a:ext cx="187452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609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73168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1554480"/>
            <a:ext cx="1874520" cy="96012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0840" y="1554480"/>
            <a:ext cx="18745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16093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30568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8046720" cy="7772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del catalogo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2743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3108960"/>
            <a:ext cx="7589520" cy="164592"/>
          </a:xfrm>
          <a:prstGeom prst="rect">
            <a:avLst/>
          </a:prstGeom>
          <a:solidFill>
            <a:srgbClr val="242429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108960"/>
            <a:ext cx="455371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 favoritos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9776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Ficcion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76272" y="4032504"/>
            <a:ext cx="5303520" cy="146304"/>
          </a:xfrm>
          <a:prstGeom prst="rect">
            <a:avLst/>
          </a:prstGeom>
          <a:solidFill>
            <a:srgbClr val="242429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76272" y="4032504"/>
            <a:ext cx="3977640" cy="14630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325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76272" y="4379976"/>
            <a:ext cx="5303520" cy="146304"/>
          </a:xfrm>
          <a:prstGeom prst="rect">
            <a:avLst/>
          </a:prstGeom>
          <a:solidFill>
            <a:srgbClr val="242429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76272" y="4379976"/>
            <a:ext cx="265176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325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6725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76272" y="4727448"/>
            <a:ext cx="5303520" cy="146304"/>
          </a:xfrm>
          <a:prstGeom prst="rect">
            <a:avLst/>
          </a:prstGeom>
          <a:solidFill>
            <a:srgbClr val="242429"/>
          </a:solidFill>
          <a:ln w="12700">
            <a:solidFill>
              <a:srgbClr val="2424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76272" y="4727448"/>
            <a:ext cx="1325880" cy="14630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4672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Tour de la aplicacion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usuario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09928"/>
            <a:ext cx="347472" cy="3474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98424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password. Se crea doc en Firestore usuarios/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679192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79192"/>
            <a:ext cx="54864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27706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0632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con Firebase Auth. Sesion persistente.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58184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67912"/>
            <a:ext cx="347472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3849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41422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20 peliculas. Filtro por genero, rating y orden.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600200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709928"/>
            <a:ext cx="34747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85232" y="1691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 / Visto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198424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tap guarda en SQLite local. Icono actualiza al instante.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679192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679192"/>
            <a:ext cx="54864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788920"/>
            <a:ext cx="347472" cy="3474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85232" y="27706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85232" y="30632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 guardado por pelicula en tabla notas (SQLite).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758184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58184"/>
            <a:ext cx="54864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867912"/>
            <a:ext cx="347472" cy="34747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85232" y="3849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41422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y editar nombre + avatar. Datos sincronizados en Firestore.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Proximos pasos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mejoras futuras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por texto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0253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en tiempo real con debounce sobre titulo y director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79192"/>
            <a:ext cx="54864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70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815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 peliculas pendientes via Capacitor Push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58184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9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con foto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imagen de perfil con Capacitor Camera + Storage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0020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00253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Firestore para navegacion sin conexion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679192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679192"/>
            <a:ext cx="54864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770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pelicula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0815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nativo de Capacitor para enviar detalles de la pelicula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758184"/>
            <a:ext cx="3931920" cy="91440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58184"/>
            <a:ext cx="54864" cy="9144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49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60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simple de recomendaciones basado en generos favoritos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731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del proyecto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Progresion semanal - Trello PWM Sprint 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4251960" cy="274320"/>
          </a:xfrm>
          <a:prstGeom prst="rect">
            <a:avLst/>
          </a:prstGeom>
          <a:solidFill>
            <a:srgbClr val="3B82F6">
              <a:alpha val="9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1 - Inicio</a:t>
            </a:r>
            <a:endParaRPr lang="en-US" sz="1200" dirty="0"/>
          </a:p>
        </p:txBody>
      </p:sp>
      <p:pic>
        <p:nvPicPr>
          <p:cNvPr id="6" name="Image 0" descr="/sessions/magical-kind-franklin/mnt/outputs/trello_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15568"/>
            <a:ext cx="4251960" cy="17922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41248"/>
            <a:ext cx="4251960" cy="274320"/>
          </a:xfrm>
          <a:prstGeom prst="rect">
            <a:avLst/>
          </a:prstGeom>
          <a:solidFill>
            <a:srgbClr val="F5C518">
              <a:alpha val="95000"/>
            </a:srgbClr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37176" y="841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2 - Desarrollo</a:t>
            </a:r>
            <a:endParaRPr lang="en-US" sz="1200" dirty="0"/>
          </a:p>
        </p:txBody>
      </p:sp>
      <p:pic>
        <p:nvPicPr>
          <p:cNvPr id="9" name="Image 1" descr="/sessions/magical-kind-franklin/mnt/outputs/trello_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15568"/>
            <a:ext cx="4251960" cy="17922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2907792"/>
            <a:ext cx="4251960" cy="274320"/>
          </a:xfrm>
          <a:prstGeom prst="rect">
            <a:avLst/>
          </a:prstGeom>
          <a:solidFill>
            <a:srgbClr val="E50914">
              <a:alpha val="95000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10896" y="29077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3 - Avance</a:t>
            </a:r>
            <a:endParaRPr lang="en-US" sz="1200" dirty="0"/>
          </a:p>
        </p:txBody>
      </p:sp>
      <p:pic>
        <p:nvPicPr>
          <p:cNvPr id="12" name="Image 2" descr="/sessions/magical-kind-franklin/mnt/outputs/trello_8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182112"/>
            <a:ext cx="4251960" cy="179222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09160" y="2907792"/>
            <a:ext cx="4251960" cy="274320"/>
          </a:xfrm>
          <a:prstGeom prst="rect">
            <a:avLst/>
          </a:prstGeom>
          <a:solidFill>
            <a:srgbClr val="22C55E">
              <a:alpha val="9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37176" y="29077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4 - Completado</a:t>
            </a:r>
            <a:endParaRPr lang="en-US" sz="1200" dirty="0"/>
          </a:p>
        </p:txBody>
      </p:sp>
      <p:pic>
        <p:nvPicPr>
          <p:cNvPr id="15" name="Image 3" descr="/sessions/magical-kind-franklin/mnt/outputs/trello_9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182112"/>
            <a:ext cx="4251960" cy="17922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A4A52"/>
          </a:solidFill>
          <a:ln w="12700">
            <a:solidFill>
              <a:srgbClr val="4A4A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7955280" cy="192024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228600" dist="635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828800"/>
            <a:ext cx="7955280" cy="54864"/>
          </a:xfrm>
          <a:prstGeom prst="rect">
            <a:avLst/>
          </a:prstGeom>
          <a:solidFill>
            <a:srgbClr val="4A4A52"/>
          </a:solidFill>
          <a:ln w="12700">
            <a:solidFill>
              <a:srgbClr val="4A4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933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PWS-GRUPO-7</a:t>
            </a:r>
            <a:endParaRPr lang="en-US" sz="26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868680" y="25420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https://github.com/Adamkm12/PWS-GRUPO-7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035808"/>
            <a:ext cx="2423160" cy="594360"/>
          </a:xfrm>
          <a:prstGeom prst="rect">
            <a:avLst/>
          </a:prstGeom>
          <a:solidFill>
            <a:srgbClr val="141418"/>
          </a:solidFill>
          <a:ln w="9525">
            <a:solidFill>
              <a:srgbClr val="242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090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 Grupo 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035808"/>
            <a:ext cx="2423160" cy="594360"/>
          </a:xfrm>
          <a:prstGeom prst="rect">
            <a:avLst/>
          </a:prstGeom>
          <a:solidFill>
            <a:srgbClr val="141418"/>
          </a:solidFill>
          <a:ln w="9525">
            <a:solidFill>
              <a:srgbClr val="242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3090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64992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8 + Angular 18 + Firebase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3035808"/>
            <a:ext cx="2423160" cy="594360"/>
          </a:xfrm>
          <a:prstGeom prst="rect">
            <a:avLst/>
          </a:prstGeom>
          <a:solidFill>
            <a:srgbClr val="141418"/>
          </a:solidFill>
          <a:ln w="9525">
            <a:solidFill>
              <a:srgbClr val="242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3090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actual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16752" y="3291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840480"/>
            <a:ext cx="7955280" cy="502920"/>
          </a:xfrm>
          <a:prstGeom prst="rect">
            <a:avLst/>
          </a:prstGeom>
          <a:solidFill>
            <a:srgbClr val="141418"/>
          </a:solidFill>
          <a:ln w="9525">
            <a:solidFill>
              <a:srgbClr val="242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931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 https://github.com/Adamkm12/PWS-GRUPO-7.git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754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 Grupo 7  Mayo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Sprint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 enlaces del proyecto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1325880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54864" cy="13258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804672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SCREENCAST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 max 8 min - Todos los componentes participan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3042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[Enlazar video aqui cuando este disponible]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3794760" cy="1664208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90672"/>
            <a:ext cx="54864" cy="16642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461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584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PWS-GRUPO-7</a:t>
            </a:r>
            <a:endParaRPr lang="en-US" sz="16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777240" y="3950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https://github.com/Adamkm12/PWS-GRUPO-7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 https://github.com/Adamkm12/PWS-GRUPO-7.git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3090672"/>
            <a:ext cx="3931920" cy="1664208"/>
          </a:xfrm>
          <a:prstGeom prst="rect">
            <a:avLst/>
          </a:prstGeom>
          <a:solidFill>
            <a:srgbClr val="1C1C21"/>
          </a:solidFill>
          <a:ln w="9525">
            <a:solidFill>
              <a:srgbClr val="242429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090672"/>
            <a:ext cx="54864" cy="16642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461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- Prototipo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UI/UX de la aplicacion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931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[Enlazar Figma aqui]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7 - PWS  Mayo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50914">
              <a:alpha val="12000"/>
            </a:srgbClr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1280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1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CineApp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0" y="2029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completado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8 + Angular 18 + Firebase + SQLite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2186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Marcar como visto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34564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Notas personales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36941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Filtro de rating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9319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Estadisticas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4169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Perfil de usuario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0" y="44074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Diseno responsivo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4828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PWS Grupo 7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CineApp Sprint 4</dc:title>
  <dc:subject>PptxGenJS Presentation</dc:subject>
  <dc:creator>PWS Grupo 7</dc:creator>
  <cp:lastModifiedBy>PWS Grupo 7</cp:lastModifiedBy>
  <cp:revision>1</cp:revision>
  <dcterms:created xsi:type="dcterms:W3CDTF">2026-05-24T17:35:43Z</dcterms:created>
  <dcterms:modified xsi:type="dcterms:W3CDTF">2026-05-24T17:35:43Z</dcterms:modified>
</cp:coreProperties>
</file>